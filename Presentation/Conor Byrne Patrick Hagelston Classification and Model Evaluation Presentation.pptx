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7" r:id="rId4"/>
    <p:sldMasterId id="214748370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Roboto Medium"/>
      <p:regular r:id="rId17"/>
      <p:bold r:id="rId18"/>
      <p:italic r:id="rId19"/>
      <p:boldItalic r:id="rId20"/>
    </p:embeddedFont>
    <p:embeddedFont>
      <p:font typeface="Libre Baskerville"/>
      <p:regular r:id="rId21"/>
      <p:bold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20" Type="http://schemas.openxmlformats.org/officeDocument/2006/relationships/font" Target="fonts/RobotoMedium-boldItalic.fntdata"/><Relationship Id="rId22" Type="http://schemas.openxmlformats.org/officeDocument/2006/relationships/font" Target="fonts/LibreBaskerville-bold.fntdata"/><Relationship Id="rId21" Type="http://schemas.openxmlformats.org/officeDocument/2006/relationships/font" Target="fonts/LibreBaskerville-regular.fntdata"/><Relationship Id="rId23" Type="http://schemas.openxmlformats.org/officeDocument/2006/relationships/font" Target="fonts/LibreBaskerville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RobotoMedium-regular.fntdata"/><Relationship Id="rId16" Type="http://schemas.openxmlformats.org/officeDocument/2006/relationships/font" Target="fonts/Roboto-boldItalic.fntdata"/><Relationship Id="rId19" Type="http://schemas.openxmlformats.org/officeDocument/2006/relationships/font" Target="fonts/RobotoMedium-italic.fntdata"/><Relationship Id="rId18" Type="http://schemas.openxmlformats.org/officeDocument/2006/relationships/font" Target="fonts/Roboto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52c155b91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52c155b91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52c155b91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52c155b91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52c155b91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52c155b91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52c155b91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52c155b9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52c155b91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52c155b91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508e4e4d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508e4e4d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125700" y="2649900"/>
            <a:ext cx="5705400" cy="11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" type="subTitle"/>
          </p:nvPr>
        </p:nvSpPr>
        <p:spPr>
          <a:xfrm>
            <a:off x="6502400" y="2649900"/>
            <a:ext cx="2516100" cy="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3" type="body"/>
          </p:nvPr>
        </p:nvSpPr>
        <p:spPr>
          <a:xfrm>
            <a:off x="122125" y="4701375"/>
            <a:ext cx="23949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6628100" y="4701375"/>
            <a:ext cx="23901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2" name="Google Shape;182;p35"/>
          <p:cNvSpPr txBox="1"/>
          <p:nvPr/>
        </p:nvSpPr>
        <p:spPr>
          <a:xfrm>
            <a:off x="7921775" y="3008400"/>
            <a:ext cx="124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orksheet">
  <p:cSld name="SECTION_HEADER_1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6" name="Google Shape;186;p36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" name="Google Shape;187;p36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8" name="Google Shape;188;p36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189" name="Google Shape;189;p36"/>
          <p:cNvSpPr txBox="1"/>
          <p:nvPr>
            <p:ph type="title"/>
          </p:nvPr>
        </p:nvSpPr>
        <p:spPr>
          <a:xfrm>
            <a:off x="125700" y="125600"/>
            <a:ext cx="3314100" cy="54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6"/>
          <p:cNvSpPr txBox="1"/>
          <p:nvPr>
            <p:ph idx="3" type="subTitle"/>
          </p:nvPr>
        </p:nvSpPr>
        <p:spPr>
          <a:xfrm>
            <a:off x="5831600" y="236604"/>
            <a:ext cx="3187200" cy="36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91" name="Google Shape;191;p36"/>
          <p:cNvSpPr/>
          <p:nvPr>
            <p:ph idx="4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92" name="Google Shape;192;p3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 type="tx">
  <p:cSld name="TITLE_AND_BODY"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7"/>
          <p:cNvSpPr/>
          <p:nvPr/>
        </p:nvSpPr>
        <p:spPr>
          <a:xfrm>
            <a:off x="125700" y="125597"/>
            <a:ext cx="39855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7"/>
          <p:cNvSpPr/>
          <p:nvPr/>
        </p:nvSpPr>
        <p:spPr>
          <a:xfrm>
            <a:off x="4236800" y="125550"/>
            <a:ext cx="4782600" cy="4575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7"/>
          <p:cNvSpPr txBox="1"/>
          <p:nvPr>
            <p:ph type="title"/>
          </p:nvPr>
        </p:nvSpPr>
        <p:spPr>
          <a:xfrm>
            <a:off x="4500950" y="349600"/>
            <a:ext cx="42543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Libre Baskerville"/>
              <a:buNone/>
              <a:defRPr sz="7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4543850" y="1752125"/>
            <a:ext cx="4168500" cy="26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●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○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ibre Baskerville"/>
              <a:buChar char="■"/>
              <a:defRPr sz="28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199" name="Google Shape;199;p3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AND_TWO_COLUMNS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8"/>
          <p:cNvSpPr/>
          <p:nvPr>
            <p:ph idx="2" type="pic"/>
          </p:nvPr>
        </p:nvSpPr>
        <p:spPr>
          <a:xfrm>
            <a:off x="2514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07" name="Google Shape;207;p38"/>
          <p:cNvSpPr txBox="1"/>
          <p:nvPr>
            <p:ph type="title"/>
          </p:nvPr>
        </p:nvSpPr>
        <p:spPr>
          <a:xfrm>
            <a:off x="2514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8" name="Google Shape;208;p38"/>
          <p:cNvSpPr txBox="1"/>
          <p:nvPr>
            <p:ph idx="3" type="title"/>
          </p:nvPr>
        </p:nvSpPr>
        <p:spPr>
          <a:xfrm>
            <a:off x="18455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09" name="Google Shape;209;p38"/>
          <p:cNvSpPr txBox="1"/>
          <p:nvPr>
            <p:ph idx="4" type="title"/>
          </p:nvPr>
        </p:nvSpPr>
        <p:spPr>
          <a:xfrm>
            <a:off x="34396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10" name="Google Shape;210;p38"/>
          <p:cNvSpPr txBox="1"/>
          <p:nvPr>
            <p:ph idx="1" type="subTitle"/>
          </p:nvPr>
        </p:nvSpPr>
        <p:spPr>
          <a:xfrm>
            <a:off x="251400" y="22178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1" name="Google Shape;211;p38"/>
          <p:cNvSpPr txBox="1"/>
          <p:nvPr>
            <p:ph idx="5" type="subTitle"/>
          </p:nvPr>
        </p:nvSpPr>
        <p:spPr>
          <a:xfrm>
            <a:off x="1860124" y="2217823"/>
            <a:ext cx="145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2" name="Google Shape;212;p38"/>
          <p:cNvSpPr txBox="1"/>
          <p:nvPr>
            <p:ph idx="6" type="subTitle"/>
          </p:nvPr>
        </p:nvSpPr>
        <p:spPr>
          <a:xfrm>
            <a:off x="34396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13" name="Google Shape;213;p38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38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5" name="Google Shape;215;p38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16" name="Google Shape;216;p38"/>
          <p:cNvSpPr/>
          <p:nvPr>
            <p:ph idx="9" type="pic"/>
          </p:nvPr>
        </p:nvSpPr>
        <p:spPr>
          <a:xfrm>
            <a:off x="18455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7" name="Google Shape;217;p38"/>
          <p:cNvSpPr/>
          <p:nvPr>
            <p:ph idx="13" type="pic"/>
          </p:nvPr>
        </p:nvSpPr>
        <p:spPr>
          <a:xfrm>
            <a:off x="34396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8" name="Google Shape;218;p38"/>
          <p:cNvSpPr/>
          <p:nvPr>
            <p:ph idx="14" type="pic"/>
          </p:nvPr>
        </p:nvSpPr>
        <p:spPr>
          <a:xfrm>
            <a:off x="50337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9" name="Google Shape;219;p38"/>
          <p:cNvSpPr/>
          <p:nvPr>
            <p:ph idx="15" type="pic"/>
          </p:nvPr>
        </p:nvSpPr>
        <p:spPr>
          <a:xfrm>
            <a:off x="6627800" y="2828798"/>
            <a:ext cx="1468500" cy="1872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0" name="Google Shape;220;p38"/>
          <p:cNvSpPr txBox="1"/>
          <p:nvPr>
            <p:ph idx="16" type="title"/>
          </p:nvPr>
        </p:nvSpPr>
        <p:spPr>
          <a:xfrm>
            <a:off x="50337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1" name="Google Shape;221;p38"/>
          <p:cNvSpPr txBox="1"/>
          <p:nvPr>
            <p:ph idx="17" type="subTitle"/>
          </p:nvPr>
        </p:nvSpPr>
        <p:spPr>
          <a:xfrm>
            <a:off x="50337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2" name="Google Shape;222;p38"/>
          <p:cNvSpPr txBox="1"/>
          <p:nvPr>
            <p:ph idx="18" type="title"/>
          </p:nvPr>
        </p:nvSpPr>
        <p:spPr>
          <a:xfrm>
            <a:off x="6627800" y="1670323"/>
            <a:ext cx="1468500" cy="4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/>
            </a:lvl9pPr>
          </a:lstStyle>
          <a:p/>
        </p:txBody>
      </p:sp>
      <p:sp>
        <p:nvSpPr>
          <p:cNvPr id="223" name="Google Shape;223;p38"/>
          <p:cNvSpPr txBox="1"/>
          <p:nvPr>
            <p:ph idx="19" type="subTitle"/>
          </p:nvPr>
        </p:nvSpPr>
        <p:spPr>
          <a:xfrm>
            <a:off x="6627800" y="2211623"/>
            <a:ext cx="1468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24" name="Google Shape;224;p38"/>
          <p:cNvSpPr txBox="1"/>
          <p:nvPr>
            <p:ph idx="20" type="title"/>
          </p:nvPr>
        </p:nvSpPr>
        <p:spPr>
          <a:xfrm>
            <a:off x="125700" y="134475"/>
            <a:ext cx="79707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25" name="Google Shape;225;p3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 ">
  <p:cSld name="TITLE_ONL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9" name="Google Shape;229;p39"/>
          <p:cNvCxnSpPr/>
          <p:nvPr/>
        </p:nvCxnSpPr>
        <p:spPr>
          <a:xfrm>
            <a:off x="-27475" y="2390175"/>
            <a:ext cx="9251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9"/>
          <p:cNvCxnSpPr/>
          <p:nvPr/>
        </p:nvCxnSpPr>
        <p:spPr>
          <a:xfrm>
            <a:off x="4570800" y="-10350"/>
            <a:ext cx="0" cy="4834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39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35" name="Google Shape;235;p3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6" name="Google Shape;236;p39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7" name="Google Shape;237;p39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38" name="Google Shape;238;p3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3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TITLE_ONLY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/>
          <p:nvPr/>
        </p:nvSpPr>
        <p:spPr>
          <a:xfrm>
            <a:off x="4572000" y="2411100"/>
            <a:ext cx="4572000" cy="273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40"/>
          <p:cNvSpPr/>
          <p:nvPr/>
        </p:nvSpPr>
        <p:spPr>
          <a:xfrm>
            <a:off x="0" y="2411100"/>
            <a:ext cx="4572000" cy="2736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4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40"/>
          <p:cNvSpPr/>
          <p:nvPr/>
        </p:nvSpPr>
        <p:spPr>
          <a:xfrm>
            <a:off x="4572000" y="0"/>
            <a:ext cx="4572000" cy="241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40"/>
          <p:cNvSpPr/>
          <p:nvPr/>
        </p:nvSpPr>
        <p:spPr>
          <a:xfrm>
            <a:off x="0" y="0"/>
            <a:ext cx="4572000" cy="2411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40"/>
          <p:cNvSpPr txBox="1"/>
          <p:nvPr>
            <p:ph idx="1" type="subTitle"/>
          </p:nvPr>
        </p:nvSpPr>
        <p:spPr>
          <a:xfrm>
            <a:off x="125700" y="125600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7" name="Google Shape;247;p40"/>
          <p:cNvSpPr txBox="1"/>
          <p:nvPr>
            <p:ph idx="2" type="subTitle"/>
          </p:nvPr>
        </p:nvSpPr>
        <p:spPr>
          <a:xfrm>
            <a:off x="6875400" y="125600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8" name="Google Shape;248;p40"/>
          <p:cNvSpPr txBox="1"/>
          <p:nvPr>
            <p:ph idx="3" type="subTitle"/>
          </p:nvPr>
        </p:nvSpPr>
        <p:spPr>
          <a:xfrm>
            <a:off x="6875400" y="4383975"/>
            <a:ext cx="21438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49" name="Google Shape;249;p40"/>
          <p:cNvSpPr txBox="1"/>
          <p:nvPr>
            <p:ph idx="4" type="subTitle"/>
          </p:nvPr>
        </p:nvSpPr>
        <p:spPr>
          <a:xfrm>
            <a:off x="125700" y="4383975"/>
            <a:ext cx="2140500" cy="31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250" name="Google Shape;250;p4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40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2" name="Google Shape;252;p40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53" name="Google Shape;253;p4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4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ure Input">
  <p:cSld name="ONE_COLUMN_TEXT">
    <p:bg>
      <p:bgPr>
        <a:solidFill>
          <a:schemeClr val="dk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41"/>
          <p:cNvSpPr/>
          <p:nvPr/>
        </p:nvSpPr>
        <p:spPr>
          <a:xfrm>
            <a:off x="2514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41"/>
          <p:cNvSpPr/>
          <p:nvPr/>
        </p:nvSpPr>
        <p:spPr>
          <a:xfrm>
            <a:off x="1845500" y="1680400"/>
            <a:ext cx="1468500" cy="302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41"/>
          <p:cNvSpPr/>
          <p:nvPr/>
        </p:nvSpPr>
        <p:spPr>
          <a:xfrm>
            <a:off x="3439600" y="1680400"/>
            <a:ext cx="1468500" cy="3021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41"/>
          <p:cNvSpPr txBox="1"/>
          <p:nvPr>
            <p:ph type="title"/>
          </p:nvPr>
        </p:nvSpPr>
        <p:spPr>
          <a:xfrm>
            <a:off x="125700" y="125600"/>
            <a:ext cx="8642100" cy="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61" name="Google Shape;261;p41"/>
          <p:cNvSpPr txBox="1"/>
          <p:nvPr>
            <p:ph idx="1" type="body"/>
          </p:nvPr>
        </p:nvSpPr>
        <p:spPr>
          <a:xfrm>
            <a:off x="323978" y="2596823"/>
            <a:ext cx="13230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1"/>
          <p:cNvSpPr txBox="1"/>
          <p:nvPr>
            <p:ph idx="2" type="body"/>
          </p:nvPr>
        </p:nvSpPr>
        <p:spPr>
          <a:xfrm>
            <a:off x="1918085" y="2596782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41"/>
          <p:cNvSpPr txBox="1"/>
          <p:nvPr>
            <p:ph idx="3" type="body"/>
          </p:nvPr>
        </p:nvSpPr>
        <p:spPr>
          <a:xfrm>
            <a:off x="3512185" y="2596890"/>
            <a:ext cx="1323300" cy="185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9pPr>
          </a:lstStyle>
          <a:p/>
        </p:txBody>
      </p:sp>
      <p:sp>
        <p:nvSpPr>
          <p:cNvPr id="264" name="Google Shape;264;p41"/>
          <p:cNvSpPr txBox="1"/>
          <p:nvPr>
            <p:ph idx="4" type="subTitle"/>
          </p:nvPr>
        </p:nvSpPr>
        <p:spPr>
          <a:xfrm>
            <a:off x="490551" y="1735531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5" name="Google Shape;265;p41"/>
          <p:cNvSpPr txBox="1"/>
          <p:nvPr>
            <p:ph idx="5" type="subTitle"/>
          </p:nvPr>
        </p:nvSpPr>
        <p:spPr>
          <a:xfrm>
            <a:off x="2084677" y="1742395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ibre Baskerville"/>
              <a:buNone/>
              <a:defRPr sz="1200">
                <a:solidFill>
                  <a:schemeClr val="lt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6" name="Google Shape;266;p41"/>
          <p:cNvSpPr txBox="1"/>
          <p:nvPr>
            <p:ph idx="6" type="subTitle"/>
          </p:nvPr>
        </p:nvSpPr>
        <p:spPr>
          <a:xfrm>
            <a:off x="3678777" y="1742612"/>
            <a:ext cx="9900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Libre Baskerville"/>
              <a:buNone/>
              <a:defRPr sz="12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cxnSp>
        <p:nvCxnSpPr>
          <p:cNvPr id="267" name="Google Shape;267;p41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41"/>
          <p:cNvSpPr txBox="1"/>
          <p:nvPr>
            <p:ph idx="7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1"/>
          <p:cNvSpPr txBox="1"/>
          <p:nvPr>
            <p:ph idx="8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4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4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 Stop Continue">
  <p:cSld name="ONE_COLUMN_TEXT_1_1">
    <p:bg>
      <p:bgPr>
        <a:solidFill>
          <a:schemeClr val="lt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4782500" y="317550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/>
          <p:nvPr/>
        </p:nvSpPr>
        <p:spPr>
          <a:xfrm>
            <a:off x="4782500" y="1814413"/>
            <a:ext cx="4111200" cy="13716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>
            <a:off x="4782500" y="3320750"/>
            <a:ext cx="4111200" cy="138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7" name="Google Shape;277;p42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" name="Google Shape;278;p4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79" name="Google Shape;279;p4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80" name="Google Shape;280;p42"/>
          <p:cNvSpPr txBox="1"/>
          <p:nvPr>
            <p:ph idx="3" type="body"/>
          </p:nvPr>
        </p:nvSpPr>
        <p:spPr>
          <a:xfrm>
            <a:off x="5033900" y="317600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2"/>
          <p:cNvSpPr txBox="1"/>
          <p:nvPr>
            <p:ph idx="4" type="body"/>
          </p:nvPr>
        </p:nvSpPr>
        <p:spPr>
          <a:xfrm>
            <a:off x="5033900" y="1819175"/>
            <a:ext cx="3601200" cy="1371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2" name="Google Shape;282;p42"/>
          <p:cNvSpPr txBox="1"/>
          <p:nvPr>
            <p:ph idx="5" type="body"/>
          </p:nvPr>
        </p:nvSpPr>
        <p:spPr>
          <a:xfrm>
            <a:off x="5033900" y="3320750"/>
            <a:ext cx="3601200" cy="13806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3" name="Google Shape;283;p4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4" name="Google Shape;284;p4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ONE_COLUMN_TEXT_1_1_1">
    <p:bg>
      <p:bgPr>
        <a:solidFill>
          <a:schemeClr val="lt1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125700" y="134475"/>
            <a:ext cx="25170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287" name="Google Shape;287;p4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8" name="Google Shape;288;p43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4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0" name="Google Shape;290;p4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291" name="Google Shape;291;p43"/>
          <p:cNvSpPr/>
          <p:nvPr/>
        </p:nvSpPr>
        <p:spPr>
          <a:xfrm>
            <a:off x="3314045" y="28860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43"/>
          <p:cNvSpPr/>
          <p:nvPr/>
        </p:nvSpPr>
        <p:spPr>
          <a:xfrm>
            <a:off x="3314045" y="180891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3"/>
          <p:cNvSpPr/>
          <p:nvPr/>
        </p:nvSpPr>
        <p:spPr>
          <a:xfrm>
            <a:off x="3314000" y="3329144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3"/>
          <p:cNvSpPr/>
          <p:nvPr/>
        </p:nvSpPr>
        <p:spPr>
          <a:xfrm>
            <a:off x="6502495" y="28845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3"/>
          <p:cNvSpPr/>
          <p:nvPr/>
        </p:nvSpPr>
        <p:spPr>
          <a:xfrm>
            <a:off x="6502495" y="1808760"/>
            <a:ext cx="2391300" cy="1371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3"/>
          <p:cNvSpPr/>
          <p:nvPr/>
        </p:nvSpPr>
        <p:spPr>
          <a:xfrm>
            <a:off x="6502450" y="3328994"/>
            <a:ext cx="2391300" cy="13716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3"/>
          <p:cNvSpPr txBox="1"/>
          <p:nvPr/>
        </p:nvSpPr>
        <p:spPr>
          <a:xfrm>
            <a:off x="2642663" y="28860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2642663" y="180891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299" name="Google Shape;299;p43"/>
          <p:cNvSpPr txBox="1"/>
          <p:nvPr/>
        </p:nvSpPr>
        <p:spPr>
          <a:xfrm>
            <a:off x="2642600" y="332914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3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0" name="Google Shape;300;p43"/>
          <p:cNvSpPr txBox="1"/>
          <p:nvPr/>
        </p:nvSpPr>
        <p:spPr>
          <a:xfrm>
            <a:off x="5831163" y="28845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4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1" name="Google Shape;301;p43"/>
          <p:cNvSpPr txBox="1"/>
          <p:nvPr/>
        </p:nvSpPr>
        <p:spPr>
          <a:xfrm>
            <a:off x="5831163" y="1808760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2" name="Google Shape;302;p43"/>
          <p:cNvSpPr txBox="1"/>
          <p:nvPr/>
        </p:nvSpPr>
        <p:spPr>
          <a:xfrm>
            <a:off x="5831100" y="3328994"/>
            <a:ext cx="671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6	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303" name="Google Shape;303;p43"/>
          <p:cNvSpPr txBox="1"/>
          <p:nvPr>
            <p:ph idx="3" type="body"/>
          </p:nvPr>
        </p:nvSpPr>
        <p:spPr>
          <a:xfrm>
            <a:off x="3314000" y="2886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4" name="Google Shape;304;p43"/>
          <p:cNvSpPr txBox="1"/>
          <p:nvPr>
            <p:ph idx="4" type="body"/>
          </p:nvPr>
        </p:nvSpPr>
        <p:spPr>
          <a:xfrm>
            <a:off x="3314050" y="180898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" name="Google Shape;305;p43"/>
          <p:cNvSpPr txBox="1"/>
          <p:nvPr>
            <p:ph idx="5" type="body"/>
          </p:nvPr>
        </p:nvSpPr>
        <p:spPr>
          <a:xfrm>
            <a:off x="6502500" y="288300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6" name="Google Shape;306;p43"/>
          <p:cNvSpPr txBox="1"/>
          <p:nvPr>
            <p:ph idx="6" type="body"/>
          </p:nvPr>
        </p:nvSpPr>
        <p:spPr>
          <a:xfrm>
            <a:off x="6502450" y="1808835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7" name="Google Shape;307;p43"/>
          <p:cNvSpPr txBox="1"/>
          <p:nvPr>
            <p:ph idx="7" type="body"/>
          </p:nvPr>
        </p:nvSpPr>
        <p:spPr>
          <a:xfrm>
            <a:off x="3314000" y="332914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8" name="Google Shape;308;p43"/>
          <p:cNvSpPr txBox="1"/>
          <p:nvPr>
            <p:ph idx="8" type="body"/>
          </p:nvPr>
        </p:nvSpPr>
        <p:spPr>
          <a:xfrm>
            <a:off x="6502450" y="3328994"/>
            <a:ext cx="23913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9" name="Google Shape;309;p4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4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ummary">
  <p:cSld name="CUSTOM_7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4"/>
          <p:cNvSpPr/>
          <p:nvPr>
            <p:ph idx="2" type="pic"/>
          </p:nvPr>
        </p:nvSpPr>
        <p:spPr>
          <a:xfrm>
            <a:off x="3822106" y="0"/>
            <a:ext cx="532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4"/>
          <p:cNvSpPr txBox="1"/>
          <p:nvPr>
            <p:ph type="title"/>
          </p:nvPr>
        </p:nvSpPr>
        <p:spPr>
          <a:xfrm>
            <a:off x="125700" y="134475"/>
            <a:ext cx="4111200" cy="17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251400" y="2985775"/>
            <a:ext cx="3570900" cy="154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ne Graph">
  <p:cSld name="CUSTOM_5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>
            <p:ph idx="1" type="subTitle"/>
          </p:nvPr>
        </p:nvSpPr>
        <p:spPr>
          <a:xfrm>
            <a:off x="125700" y="1255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18" name="Google Shape;318;p45"/>
          <p:cNvSpPr txBox="1"/>
          <p:nvPr>
            <p:ph idx="2" type="body"/>
          </p:nvPr>
        </p:nvSpPr>
        <p:spPr>
          <a:xfrm>
            <a:off x="125600" y="530600"/>
            <a:ext cx="4782600" cy="10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9" name="Google Shape;319;p45"/>
          <p:cNvSpPr txBox="1"/>
          <p:nvPr>
            <p:ph type="title"/>
          </p:nvPr>
        </p:nvSpPr>
        <p:spPr>
          <a:xfrm>
            <a:off x="6355500" y="125600"/>
            <a:ext cx="2662800" cy="13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7200"/>
              <a:buNone/>
              <a:defRPr b="1" sz="7200"/>
            </a:lvl1pPr>
            <a:lvl2pPr lvl="1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2pPr>
            <a:lvl3pPr lvl="2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3pPr>
            <a:lvl4pPr lvl="3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4pPr>
            <a:lvl5pPr lvl="4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5pPr>
            <a:lvl6pPr lvl="5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6pPr>
            <a:lvl7pPr lvl="6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7pPr>
            <a:lvl8pPr lvl="7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8pPr>
            <a:lvl9pPr lvl="8" algn="r">
              <a:spcBef>
                <a:spcPts val="0"/>
              </a:spcBef>
              <a:spcAft>
                <a:spcPts val="0"/>
              </a:spcAft>
              <a:buSzPts val="7200"/>
              <a:buFont typeface="Libre Baskerville"/>
              <a:buNone/>
              <a:defRPr b="1" sz="7200"/>
            </a:lvl9pPr>
          </a:lstStyle>
          <a:p/>
        </p:txBody>
      </p:sp>
      <p:cxnSp>
        <p:nvCxnSpPr>
          <p:cNvPr id="320" name="Google Shape;320;p4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45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2" name="Google Shape;322;p45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23" name="Google Shape;323;p4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4" name="Google Shape;324;p4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APTION_ONLY">
    <p:bg>
      <p:bgPr>
        <a:solidFill>
          <a:schemeClr val="dk1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/>
          <p:nvPr/>
        </p:nvSpPr>
        <p:spPr>
          <a:xfrm>
            <a:off x="845375" y="0"/>
            <a:ext cx="5352900" cy="4829700"/>
          </a:xfrm>
          <a:prstGeom prst="roundRect">
            <a:avLst>
              <a:gd fmla="val 11511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7" name="Google Shape;327;p46"/>
          <p:cNvSpPr/>
          <p:nvPr/>
        </p:nvSpPr>
        <p:spPr>
          <a:xfrm>
            <a:off x="0" y="0"/>
            <a:ext cx="2762400" cy="5143500"/>
          </a:xfrm>
          <a:prstGeom prst="round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03030"/>
              </a:solidFill>
            </a:endParaRPr>
          </a:p>
        </p:txBody>
      </p:sp>
      <p:sp>
        <p:nvSpPr>
          <p:cNvPr id="328" name="Google Shape;328;p4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46"/>
          <p:cNvSpPr txBox="1"/>
          <p:nvPr>
            <p:ph type="title"/>
          </p:nvPr>
        </p:nvSpPr>
        <p:spPr>
          <a:xfrm>
            <a:off x="125700" y="125600"/>
            <a:ext cx="23913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0" name="Google Shape;330;p46"/>
          <p:cNvSpPr txBox="1"/>
          <p:nvPr>
            <p:ph idx="1" type="subTitle"/>
          </p:nvPr>
        </p:nvSpPr>
        <p:spPr>
          <a:xfrm>
            <a:off x="2963075" y="132492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31" name="Google Shape;331;p46"/>
          <p:cNvSpPr txBox="1"/>
          <p:nvPr>
            <p:ph idx="2" type="subTitle"/>
          </p:nvPr>
        </p:nvSpPr>
        <p:spPr>
          <a:xfrm>
            <a:off x="65024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2" name="Google Shape;332;p46"/>
          <p:cNvSpPr txBox="1"/>
          <p:nvPr>
            <p:ph idx="3" type="body"/>
          </p:nvPr>
        </p:nvSpPr>
        <p:spPr>
          <a:xfrm>
            <a:off x="2963075" y="773325"/>
            <a:ext cx="27423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3" name="Google Shape;333;p46"/>
          <p:cNvSpPr txBox="1"/>
          <p:nvPr>
            <p:ph idx="4" type="body"/>
          </p:nvPr>
        </p:nvSpPr>
        <p:spPr>
          <a:xfrm>
            <a:off x="6502400" y="773325"/>
            <a:ext cx="25158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334" name="Google Shape;334;p4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" name="Google Shape;335;p46"/>
          <p:cNvSpPr txBox="1"/>
          <p:nvPr>
            <p:ph idx="5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46"/>
          <p:cNvSpPr txBox="1"/>
          <p:nvPr>
            <p:ph idx="6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7" name="Google Shape;337;p4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4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">
    <p:bg>
      <p:bgPr>
        <a:solidFill>
          <a:schemeClr val="dk1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47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2" name="Google Shape;342;p47"/>
          <p:cNvSpPr/>
          <p:nvPr/>
        </p:nvSpPr>
        <p:spPr>
          <a:xfrm>
            <a:off x="125700" y="2379075"/>
            <a:ext cx="4782600" cy="2322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3" name="Google Shape;343;p47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47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45" name="Google Shape;345;p47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46" name="Google Shape;346;p47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47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8" name="Google Shape;348;p47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9" name="Google Shape;349;p4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4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&amp; Photo">
  <p:cSld name="CUSTOM_3_1">
    <p:bg>
      <p:bgPr>
        <a:solidFill>
          <a:schemeClr val="lt1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48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54" name="Google Shape;354;p48"/>
          <p:cNvSpPr/>
          <p:nvPr>
            <p:ph idx="2" type="pic"/>
          </p:nvPr>
        </p:nvSpPr>
        <p:spPr>
          <a:xfrm>
            <a:off x="5033900" y="125600"/>
            <a:ext cx="3984300" cy="45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5" name="Google Shape;355;p48"/>
          <p:cNvSpPr txBox="1"/>
          <p:nvPr>
            <p:ph idx="1" type="subTitle"/>
          </p:nvPr>
        </p:nvSpPr>
        <p:spPr>
          <a:xfrm>
            <a:off x="251400" y="2512475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6" name="Google Shape;356;p48"/>
          <p:cNvSpPr txBox="1"/>
          <p:nvPr>
            <p:ph idx="3" type="body"/>
          </p:nvPr>
        </p:nvSpPr>
        <p:spPr>
          <a:xfrm>
            <a:off x="251400" y="3003175"/>
            <a:ext cx="4454400" cy="15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57" name="Google Shape;357;p48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8" name="Google Shape;358;p48"/>
          <p:cNvSpPr txBox="1"/>
          <p:nvPr>
            <p:ph idx="4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59" name="Google Shape;359;p48"/>
          <p:cNvSpPr txBox="1"/>
          <p:nvPr>
            <p:ph idx="5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0" name="Google Shape;360;p48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48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">
  <p:cSld name="BIG_NUMB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9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9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65" name="Google Shape;365;p49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9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7" name="Google Shape;367;p49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68" name="Google Shape;368;p49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49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Timeline">
  <p:cSld name="BIG_NUMBER_4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72" name="Google Shape;372;p50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50"/>
          <p:cNvCxnSpPr/>
          <p:nvPr/>
        </p:nvCxnSpPr>
        <p:spPr>
          <a:xfrm>
            <a:off x="2642600" y="36611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p50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p50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50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378" name="Google Shape;378;p50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5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0" name="Google Shape;380;p5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1" name="Google Shape;381;p50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2" name="Google Shape;382;p50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3" name="Google Shape;383;p50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4" name="Google Shape;384;p50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5" name="Google Shape;385;p50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6" name="Google Shape;386;p50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87" name="Google Shape;387;p50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88" name="Google Shape;388;p50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89" name="Google Shape;389;p50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0" name="Google Shape;390;p50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1" name="Google Shape;391;p50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2" name="Google Shape;392;p50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3" name="Google Shape;393;p50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4" name="Google Shape;394;p50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5" name="Google Shape;395;p50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6" name="Google Shape;396;p50"/>
          <p:cNvSpPr txBox="1"/>
          <p:nvPr/>
        </p:nvSpPr>
        <p:spPr>
          <a:xfrm>
            <a:off x="251821" y="882063"/>
            <a:ext cx="1432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Role</a:t>
            </a:r>
            <a:endParaRPr sz="10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97" name="Google Shape;397;p50"/>
          <p:cNvSpPr txBox="1"/>
          <p:nvPr>
            <p:ph idx="21" type="subTitle"/>
          </p:nvPr>
        </p:nvSpPr>
        <p:spPr>
          <a:xfrm>
            <a:off x="26427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8" name="Google Shape;398;p50"/>
          <p:cNvSpPr txBox="1"/>
          <p:nvPr>
            <p:ph idx="22" type="subTitle"/>
          </p:nvPr>
        </p:nvSpPr>
        <p:spPr>
          <a:xfrm>
            <a:off x="472770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399" name="Google Shape;399;p50"/>
          <p:cNvSpPr txBox="1"/>
          <p:nvPr>
            <p:ph idx="23" type="subTitle"/>
          </p:nvPr>
        </p:nvSpPr>
        <p:spPr>
          <a:xfrm>
            <a:off x="6810250" y="845050"/>
            <a:ext cx="2084700" cy="39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00" name="Google Shape;400;p50"/>
          <p:cNvCxnSpPr/>
          <p:nvPr/>
        </p:nvCxnSpPr>
        <p:spPr>
          <a:xfrm>
            <a:off x="251600" y="1244250"/>
            <a:ext cx="864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50"/>
          <p:cNvSpPr txBox="1"/>
          <p:nvPr>
            <p:ph idx="24" type="subTitle"/>
          </p:nvPr>
        </p:nvSpPr>
        <p:spPr>
          <a:xfrm>
            <a:off x="251400" y="847950"/>
            <a:ext cx="2391300" cy="3963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402" name="Google Shape;402;p50"/>
          <p:cNvCxnSpPr/>
          <p:nvPr/>
        </p:nvCxnSpPr>
        <p:spPr>
          <a:xfrm>
            <a:off x="4726475" y="845038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" name="Google Shape;403;p50"/>
          <p:cNvCxnSpPr/>
          <p:nvPr/>
        </p:nvCxnSpPr>
        <p:spPr>
          <a:xfrm>
            <a:off x="6810250" y="855063"/>
            <a:ext cx="0" cy="392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4" name="Google Shape;404;p5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BIG_NUMBER_3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8" name="Google Shape;408;p51"/>
          <p:cNvSpPr txBox="1"/>
          <p:nvPr>
            <p:ph type="title"/>
          </p:nvPr>
        </p:nvSpPr>
        <p:spPr>
          <a:xfrm>
            <a:off x="2642600" y="1021700"/>
            <a:ext cx="3859800" cy="278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Font typeface="Libre Baskerville"/>
              <a:buNone/>
              <a:defRPr sz="5600"/>
            </a:lvl9pPr>
          </a:lstStyle>
          <a:p/>
        </p:txBody>
      </p:sp>
      <p:cxnSp>
        <p:nvCxnSpPr>
          <p:cNvPr id="409" name="Google Shape;409;p5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51"/>
          <p:cNvSpPr txBox="1"/>
          <p:nvPr>
            <p:ph idx="1" type="subTitle"/>
          </p:nvPr>
        </p:nvSpPr>
        <p:spPr>
          <a:xfrm>
            <a:off x="25255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1" name="Google Shape;411;p5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12" name="Google Shape;412;p51"/>
          <p:cNvSpPr/>
          <p:nvPr/>
        </p:nvSpPr>
        <p:spPr>
          <a:xfrm>
            <a:off x="2642600" y="1021650"/>
            <a:ext cx="3859800" cy="278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51"/>
          <p:cNvSpPr/>
          <p:nvPr/>
        </p:nvSpPr>
        <p:spPr>
          <a:xfrm>
            <a:off x="25140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51"/>
          <p:cNvSpPr/>
          <p:nvPr/>
        </p:nvSpPr>
        <p:spPr>
          <a:xfrm>
            <a:off x="251400" y="2964734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51"/>
          <p:cNvSpPr/>
          <p:nvPr/>
        </p:nvSpPr>
        <p:spPr>
          <a:xfrm>
            <a:off x="251400" y="1993206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51"/>
          <p:cNvSpPr/>
          <p:nvPr/>
        </p:nvSpPr>
        <p:spPr>
          <a:xfrm>
            <a:off x="6627150" y="102165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6627150" y="29647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6626850" y="1993200"/>
            <a:ext cx="2265600" cy="840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51"/>
          <p:cNvSpPr txBox="1"/>
          <p:nvPr>
            <p:ph idx="3" type="subTitle"/>
          </p:nvPr>
        </p:nvSpPr>
        <p:spPr>
          <a:xfrm>
            <a:off x="251300" y="1021650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0" name="Google Shape;420;p51"/>
          <p:cNvSpPr txBox="1"/>
          <p:nvPr>
            <p:ph idx="4" type="subTitle"/>
          </p:nvPr>
        </p:nvSpPr>
        <p:spPr>
          <a:xfrm>
            <a:off x="252550" y="199318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1" name="Google Shape;421;p51"/>
          <p:cNvSpPr txBox="1"/>
          <p:nvPr>
            <p:ph idx="5" type="subTitle"/>
          </p:nvPr>
        </p:nvSpPr>
        <p:spPr>
          <a:xfrm>
            <a:off x="2522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2" name="Google Shape;422;p51"/>
          <p:cNvSpPr txBox="1"/>
          <p:nvPr>
            <p:ph idx="6" type="subTitle"/>
          </p:nvPr>
        </p:nvSpPr>
        <p:spPr>
          <a:xfrm>
            <a:off x="6627150" y="29647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3" name="Google Shape;423;p51"/>
          <p:cNvSpPr txBox="1"/>
          <p:nvPr>
            <p:ph idx="7" type="subTitle"/>
          </p:nvPr>
        </p:nvSpPr>
        <p:spPr>
          <a:xfrm>
            <a:off x="6626850" y="1993163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4" name="Google Shape;424;p51"/>
          <p:cNvSpPr txBox="1"/>
          <p:nvPr>
            <p:ph idx="8" type="subTitle"/>
          </p:nvPr>
        </p:nvSpPr>
        <p:spPr>
          <a:xfrm>
            <a:off x="6628000" y="1021638"/>
            <a:ext cx="2265600" cy="8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5" name="Google Shape;425;p5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gnments">
  <p:cSld name="BIG_NUMBER_2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2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2"/>
          <p:cNvSpPr txBox="1"/>
          <p:nvPr>
            <p:ph type="title"/>
          </p:nvPr>
        </p:nvSpPr>
        <p:spPr>
          <a:xfrm>
            <a:off x="122600" y="125600"/>
            <a:ext cx="57084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30" name="Google Shape;430;p52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52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32" name="Google Shape;432;p52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cxnSp>
        <p:nvCxnSpPr>
          <p:cNvPr id="433" name="Google Shape;433;p52"/>
          <p:cNvCxnSpPr/>
          <p:nvPr/>
        </p:nvCxnSpPr>
        <p:spPr>
          <a:xfrm>
            <a:off x="2642715" y="16490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52"/>
          <p:cNvCxnSpPr/>
          <p:nvPr/>
        </p:nvCxnSpPr>
        <p:spPr>
          <a:xfrm>
            <a:off x="2642600" y="36857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52"/>
          <p:cNvCxnSpPr/>
          <p:nvPr/>
        </p:nvCxnSpPr>
        <p:spPr>
          <a:xfrm>
            <a:off x="2642830" y="23279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6" name="Google Shape;436;p52"/>
          <p:cNvCxnSpPr/>
          <p:nvPr/>
        </p:nvCxnSpPr>
        <p:spPr>
          <a:xfrm>
            <a:off x="2642830" y="30068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" name="Google Shape;437;p52"/>
          <p:cNvCxnSpPr/>
          <p:nvPr/>
        </p:nvCxnSpPr>
        <p:spPr>
          <a:xfrm>
            <a:off x="2642830" y="4364625"/>
            <a:ext cx="6251100" cy="6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52"/>
          <p:cNvSpPr/>
          <p:nvPr>
            <p:ph idx="3" type="pic"/>
          </p:nvPr>
        </p:nvSpPr>
        <p:spPr>
          <a:xfrm>
            <a:off x="1942950" y="13691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39" name="Google Shape;439;p52"/>
          <p:cNvSpPr txBox="1"/>
          <p:nvPr>
            <p:ph idx="4" type="title"/>
          </p:nvPr>
        </p:nvSpPr>
        <p:spPr>
          <a:xfrm>
            <a:off x="251400" y="1487175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0" name="Google Shape;440;p52"/>
          <p:cNvSpPr txBox="1"/>
          <p:nvPr>
            <p:ph idx="5" type="subTitle"/>
          </p:nvPr>
        </p:nvSpPr>
        <p:spPr>
          <a:xfrm>
            <a:off x="251509" y="1663525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1" name="Google Shape;441;p52"/>
          <p:cNvSpPr/>
          <p:nvPr>
            <p:ph idx="6" type="pic"/>
          </p:nvPr>
        </p:nvSpPr>
        <p:spPr>
          <a:xfrm>
            <a:off x="1943050" y="34022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2" name="Google Shape;442;p52"/>
          <p:cNvSpPr txBox="1"/>
          <p:nvPr>
            <p:ph idx="7" type="title"/>
          </p:nvPr>
        </p:nvSpPr>
        <p:spPr>
          <a:xfrm>
            <a:off x="251500" y="21637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3" name="Google Shape;443;p52"/>
          <p:cNvSpPr txBox="1"/>
          <p:nvPr>
            <p:ph idx="8" type="subTitle"/>
          </p:nvPr>
        </p:nvSpPr>
        <p:spPr>
          <a:xfrm>
            <a:off x="251609" y="23400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4" name="Google Shape;444;p52"/>
          <p:cNvSpPr/>
          <p:nvPr>
            <p:ph idx="9" type="pic"/>
          </p:nvPr>
        </p:nvSpPr>
        <p:spPr>
          <a:xfrm>
            <a:off x="1942950" y="2724525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5" name="Google Shape;445;p52"/>
          <p:cNvSpPr txBox="1"/>
          <p:nvPr>
            <p:ph idx="13" type="title"/>
          </p:nvPr>
        </p:nvSpPr>
        <p:spPr>
          <a:xfrm>
            <a:off x="251400" y="2842600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6" name="Google Shape;446;p52"/>
          <p:cNvSpPr txBox="1"/>
          <p:nvPr>
            <p:ph idx="14" type="subTitle"/>
          </p:nvPr>
        </p:nvSpPr>
        <p:spPr>
          <a:xfrm>
            <a:off x="251509" y="3018950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47" name="Google Shape;447;p52"/>
          <p:cNvSpPr/>
          <p:nvPr>
            <p:ph idx="15" type="pic"/>
          </p:nvPr>
        </p:nvSpPr>
        <p:spPr>
          <a:xfrm>
            <a:off x="1942950" y="204680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48" name="Google Shape;448;p52"/>
          <p:cNvSpPr txBox="1"/>
          <p:nvPr>
            <p:ph idx="16" type="title"/>
          </p:nvPr>
        </p:nvSpPr>
        <p:spPr>
          <a:xfrm>
            <a:off x="251400" y="35203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49" name="Google Shape;449;p52"/>
          <p:cNvSpPr txBox="1"/>
          <p:nvPr>
            <p:ph idx="17" type="subTitle"/>
          </p:nvPr>
        </p:nvSpPr>
        <p:spPr>
          <a:xfrm>
            <a:off x="251509" y="36966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0" name="Google Shape;450;p52"/>
          <p:cNvSpPr/>
          <p:nvPr>
            <p:ph idx="18" type="pic"/>
          </p:nvPr>
        </p:nvSpPr>
        <p:spPr>
          <a:xfrm>
            <a:off x="1942950" y="4079938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51" name="Google Shape;451;p52"/>
          <p:cNvSpPr txBox="1"/>
          <p:nvPr>
            <p:ph idx="19" type="title"/>
          </p:nvPr>
        </p:nvSpPr>
        <p:spPr>
          <a:xfrm>
            <a:off x="251400" y="4198013"/>
            <a:ext cx="15939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52" name="Google Shape;452;p52"/>
          <p:cNvSpPr txBox="1"/>
          <p:nvPr>
            <p:ph idx="20" type="subTitle"/>
          </p:nvPr>
        </p:nvSpPr>
        <p:spPr>
          <a:xfrm>
            <a:off x="251509" y="4374363"/>
            <a:ext cx="15939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53" name="Google Shape;453;p52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52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put">
  <p:cSld name="BIG_NUMBER_1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53"/>
          <p:cNvSpPr txBox="1"/>
          <p:nvPr>
            <p:ph type="title"/>
          </p:nvPr>
        </p:nvSpPr>
        <p:spPr>
          <a:xfrm>
            <a:off x="122600" y="125600"/>
            <a:ext cx="7176900" cy="54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Libre Baskerville"/>
              <a:buNone/>
              <a:defRPr sz="3600"/>
            </a:lvl9pPr>
          </a:lstStyle>
          <a:p/>
        </p:txBody>
      </p:sp>
      <p:cxnSp>
        <p:nvCxnSpPr>
          <p:cNvPr id="458" name="Google Shape;458;p53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9" name="Google Shape;459;p53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0" name="Google Shape;460;p53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1" name="Google Shape;461;p53"/>
          <p:cNvSpPr/>
          <p:nvPr>
            <p:ph idx="3" type="pic"/>
          </p:nvPr>
        </p:nvSpPr>
        <p:spPr>
          <a:xfrm>
            <a:off x="6986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2" name="Google Shape;462;p53"/>
          <p:cNvSpPr txBox="1"/>
          <p:nvPr>
            <p:ph idx="4" type="title"/>
          </p:nvPr>
        </p:nvSpPr>
        <p:spPr>
          <a:xfrm>
            <a:off x="2514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53"/>
          <p:cNvSpPr txBox="1"/>
          <p:nvPr>
            <p:ph idx="5" type="subTitle"/>
          </p:nvPr>
        </p:nvSpPr>
        <p:spPr>
          <a:xfrm>
            <a:off x="2515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4" name="Google Shape;464;p53"/>
          <p:cNvSpPr/>
          <p:nvPr>
            <p:ph idx="6" type="pic"/>
          </p:nvPr>
        </p:nvSpPr>
        <p:spPr>
          <a:xfrm>
            <a:off x="60805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5" name="Google Shape;465;p53"/>
          <p:cNvSpPr txBox="1"/>
          <p:nvPr>
            <p:ph idx="7" type="title"/>
          </p:nvPr>
        </p:nvSpPr>
        <p:spPr>
          <a:xfrm>
            <a:off x="20281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6" name="Google Shape;466;p53"/>
          <p:cNvSpPr txBox="1"/>
          <p:nvPr>
            <p:ph idx="8" type="subTitle"/>
          </p:nvPr>
        </p:nvSpPr>
        <p:spPr>
          <a:xfrm>
            <a:off x="20282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67" name="Google Shape;467;p53"/>
          <p:cNvSpPr/>
          <p:nvPr>
            <p:ph idx="9" type="pic"/>
          </p:nvPr>
        </p:nvSpPr>
        <p:spPr>
          <a:xfrm>
            <a:off x="428550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8" name="Google Shape;468;p53"/>
          <p:cNvSpPr txBox="1"/>
          <p:nvPr>
            <p:ph idx="13" type="title"/>
          </p:nvPr>
        </p:nvSpPr>
        <p:spPr>
          <a:xfrm>
            <a:off x="383825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9" name="Google Shape;469;p53"/>
          <p:cNvSpPr txBox="1"/>
          <p:nvPr>
            <p:ph idx="14" type="subTitle"/>
          </p:nvPr>
        </p:nvSpPr>
        <p:spPr>
          <a:xfrm>
            <a:off x="383835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0" name="Google Shape;470;p53"/>
          <p:cNvSpPr/>
          <p:nvPr>
            <p:ph idx="15" type="pic"/>
          </p:nvPr>
        </p:nvSpPr>
        <p:spPr>
          <a:xfrm>
            <a:off x="24752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1" name="Google Shape;471;p53"/>
          <p:cNvSpPr txBox="1"/>
          <p:nvPr>
            <p:ph idx="16" type="title"/>
          </p:nvPr>
        </p:nvSpPr>
        <p:spPr>
          <a:xfrm>
            <a:off x="56333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2" name="Google Shape;472;p53"/>
          <p:cNvSpPr txBox="1"/>
          <p:nvPr>
            <p:ph idx="17" type="subTitle"/>
          </p:nvPr>
        </p:nvSpPr>
        <p:spPr>
          <a:xfrm>
            <a:off x="56334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3" name="Google Shape;473;p53"/>
          <p:cNvSpPr/>
          <p:nvPr>
            <p:ph idx="18" type="pic"/>
          </p:nvPr>
        </p:nvSpPr>
        <p:spPr>
          <a:xfrm>
            <a:off x="7872450" y="1400050"/>
            <a:ext cx="573900" cy="570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4" name="Google Shape;474;p53"/>
          <p:cNvSpPr txBox="1"/>
          <p:nvPr>
            <p:ph idx="19" type="title"/>
          </p:nvPr>
        </p:nvSpPr>
        <p:spPr>
          <a:xfrm>
            <a:off x="7425200" y="2042625"/>
            <a:ext cx="1468200" cy="1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53"/>
          <p:cNvSpPr txBox="1"/>
          <p:nvPr>
            <p:ph idx="20" type="subTitle"/>
          </p:nvPr>
        </p:nvSpPr>
        <p:spPr>
          <a:xfrm>
            <a:off x="7425300" y="2218975"/>
            <a:ext cx="1468200" cy="1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76" name="Google Shape;476;p53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7" name="Google Shape;477;p53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Went Well">
  <p:cSld name="CUSTOM"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54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54"/>
          <p:cNvSpPr txBox="1"/>
          <p:nvPr>
            <p:ph idx="1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482" name="Google Shape;482;p54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83" name="Google Shape;483;p54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54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5" name="Google Shape;485;p54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86" name="Google Shape;486;p54"/>
          <p:cNvSpPr/>
          <p:nvPr/>
        </p:nvSpPr>
        <p:spPr>
          <a:xfrm rot="-1123229">
            <a:off x="102017" y="4023335"/>
            <a:ext cx="1809188" cy="603006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54"/>
          <p:cNvSpPr/>
          <p:nvPr/>
        </p:nvSpPr>
        <p:spPr>
          <a:xfrm rot="127976">
            <a:off x="1454075" y="3264996"/>
            <a:ext cx="1809282" cy="603003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54"/>
          <p:cNvSpPr/>
          <p:nvPr/>
        </p:nvSpPr>
        <p:spPr>
          <a:xfrm rot="-1085817">
            <a:off x="1738007" y="4031653"/>
            <a:ext cx="1809180" cy="602992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54"/>
          <p:cNvSpPr/>
          <p:nvPr/>
        </p:nvSpPr>
        <p:spPr>
          <a:xfrm rot="2535455">
            <a:off x="3182763" y="3812669"/>
            <a:ext cx="1809195" cy="603002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54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54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hat Could Be Better">
  <p:cSld name="CUSTOM_11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4" name="Google Shape;494;p55"/>
          <p:cNvSpPr/>
          <p:nvPr/>
        </p:nvSpPr>
        <p:spPr>
          <a:xfrm>
            <a:off x="4907100" y="125600"/>
            <a:ext cx="4111200" cy="45759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5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496" name="Google Shape;496;p55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55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8" name="Google Shape;498;p55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499" name="Google Shape;499;p55"/>
          <p:cNvSpPr/>
          <p:nvPr/>
        </p:nvSpPr>
        <p:spPr>
          <a:xfrm rot="-124589">
            <a:off x="2143221" y="3214879"/>
            <a:ext cx="1809270" cy="602983"/>
          </a:xfrm>
          <a:prstGeom prst="flowChartTerminator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55"/>
          <p:cNvSpPr/>
          <p:nvPr/>
        </p:nvSpPr>
        <p:spPr>
          <a:xfrm rot="1146885">
            <a:off x="2750590" y="4014983"/>
            <a:ext cx="1809173" cy="603007"/>
          </a:xfrm>
          <a:prstGeom prst="flowChartTerminator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55"/>
          <p:cNvSpPr/>
          <p:nvPr/>
        </p:nvSpPr>
        <p:spPr>
          <a:xfrm rot="103">
            <a:off x="222869" y="4218901"/>
            <a:ext cx="1809162" cy="603018"/>
          </a:xfrm>
          <a:prstGeom prst="flowChartTerminator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55"/>
          <p:cNvSpPr/>
          <p:nvPr/>
        </p:nvSpPr>
        <p:spPr>
          <a:xfrm rot="2535455">
            <a:off x="1277300" y="3812669"/>
            <a:ext cx="1809195" cy="603002"/>
          </a:xfrm>
          <a:prstGeom prst="flowChartTerminator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55"/>
          <p:cNvSpPr txBox="1"/>
          <p:nvPr>
            <p:ph idx="3" type="body"/>
          </p:nvPr>
        </p:nvSpPr>
        <p:spPr>
          <a:xfrm>
            <a:off x="5218050" y="1222400"/>
            <a:ext cx="3489300" cy="23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●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○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Char char="■"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04" name="Google Shape;504;p55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55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8">
    <p:bg>
      <p:bgPr>
        <a:solidFill>
          <a:schemeClr val="dk1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6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56"/>
          <p:cNvSpPr txBox="1"/>
          <p:nvPr>
            <p:ph type="title"/>
          </p:nvPr>
        </p:nvSpPr>
        <p:spPr>
          <a:xfrm>
            <a:off x="125700" y="125600"/>
            <a:ext cx="4580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09" name="Google Shape;509;p56"/>
          <p:cNvSpPr txBox="1"/>
          <p:nvPr>
            <p:ph idx="1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56"/>
          <p:cNvSpPr txBox="1"/>
          <p:nvPr>
            <p:ph idx="2" type="body"/>
          </p:nvPr>
        </p:nvSpPr>
        <p:spPr>
          <a:xfrm>
            <a:off x="5831000" y="773325"/>
            <a:ext cx="3187200" cy="25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11" name="Google Shape;511;p56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56"/>
          <p:cNvSpPr txBox="1"/>
          <p:nvPr>
            <p:ph idx="3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56"/>
          <p:cNvSpPr txBox="1"/>
          <p:nvPr>
            <p:ph idx="4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56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56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7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57"/>
          <p:cNvSpPr txBox="1"/>
          <p:nvPr>
            <p:ph idx="1" type="subTitle"/>
          </p:nvPr>
        </p:nvSpPr>
        <p:spPr>
          <a:xfrm>
            <a:off x="2493575" y="4142817"/>
            <a:ext cx="4157100" cy="26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19" name="Google Shape;519;p57"/>
          <p:cNvSpPr/>
          <p:nvPr/>
        </p:nvSpPr>
        <p:spPr>
          <a:xfrm rot="5400000">
            <a:off x="251388" y="475250"/>
            <a:ext cx="3837300" cy="3837300"/>
          </a:xfrm>
          <a:prstGeom prst="pie">
            <a:avLst>
              <a:gd fmla="val 12366" name="adj1"/>
              <a:gd fmla="val 1080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7"/>
          <p:cNvSpPr/>
          <p:nvPr/>
        </p:nvSpPr>
        <p:spPr>
          <a:xfrm rot="-5400000">
            <a:off x="5033888" y="465200"/>
            <a:ext cx="3857400" cy="3857400"/>
          </a:xfrm>
          <a:prstGeom prst="pie">
            <a:avLst>
              <a:gd fmla="val 12366" name="adj1"/>
              <a:gd fmla="val 10819259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7"/>
          <p:cNvSpPr txBox="1"/>
          <p:nvPr>
            <p:ph type="title"/>
          </p:nvPr>
        </p:nvSpPr>
        <p:spPr>
          <a:xfrm>
            <a:off x="2493450" y="658700"/>
            <a:ext cx="4157100" cy="34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ibre Baskerville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2" name="Google Shape;522;p57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3" name="Google Shape;523;p57"/>
          <p:cNvSpPr txBox="1"/>
          <p:nvPr>
            <p:ph idx="2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4" name="Google Shape;524;p57"/>
          <p:cNvSpPr txBox="1"/>
          <p:nvPr>
            <p:ph idx="3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25" name="Google Shape;525;p57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57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type="blank">
  <p:cSld name="BLANK"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8"/>
          <p:cNvSpPr/>
          <p:nvPr>
            <p:ph idx="2" type="pic"/>
          </p:nvPr>
        </p:nvSpPr>
        <p:spPr>
          <a:xfrm>
            <a:off x="125700" y="125600"/>
            <a:ext cx="8892900" cy="245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29" name="Google Shape;529;p58"/>
          <p:cNvSpPr txBox="1"/>
          <p:nvPr>
            <p:ph type="title"/>
          </p:nvPr>
        </p:nvSpPr>
        <p:spPr>
          <a:xfrm>
            <a:off x="125700" y="3233475"/>
            <a:ext cx="8768100" cy="14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ibre Baskerville"/>
              <a:buNone/>
              <a:defRPr b="1" sz="9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cope">
  <p:cSld name="CUSTOM_9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9"/>
          <p:cNvSpPr txBox="1"/>
          <p:nvPr>
            <p:ph type="title"/>
          </p:nvPr>
        </p:nvSpPr>
        <p:spPr>
          <a:xfrm>
            <a:off x="125700" y="125600"/>
            <a:ext cx="87681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2" name="Google Shape;532;p59"/>
          <p:cNvSpPr/>
          <p:nvPr/>
        </p:nvSpPr>
        <p:spPr>
          <a:xfrm>
            <a:off x="650" y="1395450"/>
            <a:ext cx="9143100" cy="5143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59"/>
          <p:cNvSpPr/>
          <p:nvPr/>
        </p:nvSpPr>
        <p:spPr>
          <a:xfrm>
            <a:off x="1488" y="2081250"/>
            <a:ext cx="9143100" cy="4131900"/>
          </a:xfrm>
          <a:prstGeom prst="roundRect">
            <a:avLst>
              <a:gd fmla="val 195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9"/>
          <p:cNvSpPr/>
          <p:nvPr/>
        </p:nvSpPr>
        <p:spPr>
          <a:xfrm>
            <a:off x="650" y="2767050"/>
            <a:ext cx="9143100" cy="3235200"/>
          </a:xfrm>
          <a:prstGeom prst="roundRect">
            <a:avLst>
              <a:gd fmla="val 25303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59"/>
          <p:cNvSpPr/>
          <p:nvPr/>
        </p:nvSpPr>
        <p:spPr>
          <a:xfrm>
            <a:off x="1488" y="3452850"/>
            <a:ext cx="9143100" cy="2304000"/>
          </a:xfrm>
          <a:prstGeom prst="roundRect">
            <a:avLst>
              <a:gd fmla="val 3551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9"/>
          <p:cNvSpPr/>
          <p:nvPr/>
        </p:nvSpPr>
        <p:spPr>
          <a:xfrm>
            <a:off x="650" y="4138650"/>
            <a:ext cx="9143100" cy="2827200"/>
          </a:xfrm>
          <a:prstGeom prst="roundRect">
            <a:avLst>
              <a:gd fmla="val 2904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9"/>
          <p:cNvSpPr txBox="1"/>
          <p:nvPr>
            <p:ph idx="2" type="title"/>
          </p:nvPr>
        </p:nvSpPr>
        <p:spPr>
          <a:xfrm>
            <a:off x="251300" y="13954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8" name="Google Shape;538;p59"/>
          <p:cNvSpPr txBox="1"/>
          <p:nvPr>
            <p:ph idx="3" type="title"/>
          </p:nvPr>
        </p:nvSpPr>
        <p:spPr>
          <a:xfrm>
            <a:off x="1048400" y="20812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9" name="Google Shape;539;p59"/>
          <p:cNvSpPr txBox="1"/>
          <p:nvPr>
            <p:ph idx="4" type="title"/>
          </p:nvPr>
        </p:nvSpPr>
        <p:spPr>
          <a:xfrm>
            <a:off x="2243550" y="27670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0" name="Google Shape;540;p59"/>
          <p:cNvSpPr txBox="1"/>
          <p:nvPr>
            <p:ph idx="5" type="title"/>
          </p:nvPr>
        </p:nvSpPr>
        <p:spPr>
          <a:xfrm>
            <a:off x="3439700" y="34528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41" name="Google Shape;541;p59"/>
          <p:cNvSpPr txBox="1"/>
          <p:nvPr>
            <p:ph idx="6" type="title"/>
          </p:nvPr>
        </p:nvSpPr>
        <p:spPr>
          <a:xfrm>
            <a:off x="4236800" y="4138650"/>
            <a:ext cx="4656900" cy="68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">
  <p:cSld name="CUSTOM_9_2">
    <p:bg>
      <p:bgPr>
        <a:solidFill>
          <a:schemeClr val="dk1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0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0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cxnSp>
        <p:nvCxnSpPr>
          <p:cNvPr id="545" name="Google Shape;545;p60"/>
          <p:cNvCxnSpPr/>
          <p:nvPr/>
        </p:nvCxnSpPr>
        <p:spPr>
          <a:xfrm>
            <a:off x="2762250" y="4827750"/>
            <a:ext cx="0" cy="316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60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7" name="Google Shape;547;p60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48" name="Google Shape;548;p60"/>
          <p:cNvCxnSpPr/>
          <p:nvPr/>
        </p:nvCxnSpPr>
        <p:spPr>
          <a:xfrm>
            <a:off x="0" y="244890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60"/>
          <p:cNvCxnSpPr/>
          <p:nvPr/>
        </p:nvCxnSpPr>
        <p:spPr>
          <a:xfrm>
            <a:off x="0" y="3382675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60"/>
          <p:cNvCxnSpPr/>
          <p:nvPr/>
        </p:nvCxnSpPr>
        <p:spPr>
          <a:xfrm>
            <a:off x="0" y="43137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60"/>
          <p:cNvSpPr/>
          <p:nvPr/>
        </p:nvSpPr>
        <p:spPr>
          <a:xfrm>
            <a:off x="251400" y="2063988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60"/>
          <p:cNvSpPr txBox="1"/>
          <p:nvPr>
            <p:ph idx="3" type="subTitle"/>
          </p:nvPr>
        </p:nvSpPr>
        <p:spPr>
          <a:xfrm>
            <a:off x="251400" y="2063988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3" name="Google Shape;553;p60"/>
          <p:cNvSpPr/>
          <p:nvPr/>
        </p:nvSpPr>
        <p:spPr>
          <a:xfrm>
            <a:off x="2243550" y="2995063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60"/>
          <p:cNvSpPr txBox="1"/>
          <p:nvPr>
            <p:ph idx="4" type="subTitle"/>
          </p:nvPr>
        </p:nvSpPr>
        <p:spPr>
          <a:xfrm>
            <a:off x="2243550" y="2995075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5" name="Google Shape;555;p60"/>
          <p:cNvSpPr/>
          <p:nvPr/>
        </p:nvSpPr>
        <p:spPr>
          <a:xfrm>
            <a:off x="4236800" y="3926150"/>
            <a:ext cx="4656900" cy="7752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60"/>
          <p:cNvSpPr txBox="1"/>
          <p:nvPr>
            <p:ph idx="5" type="subTitle"/>
          </p:nvPr>
        </p:nvSpPr>
        <p:spPr>
          <a:xfrm>
            <a:off x="4236800" y="3926163"/>
            <a:ext cx="4656900" cy="77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Roboto Medium"/>
              <a:buNone/>
              <a:defRPr b="0"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57" name="Google Shape;557;p60"/>
          <p:cNvSpPr txBox="1"/>
          <p:nvPr>
            <p:ph idx="6" type="subTitle"/>
          </p:nvPr>
        </p:nvSpPr>
        <p:spPr>
          <a:xfrm>
            <a:off x="5831000" y="125600"/>
            <a:ext cx="2140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8" name="Google Shape;558;p60"/>
          <p:cNvSpPr txBox="1"/>
          <p:nvPr>
            <p:ph idx="7" type="body"/>
          </p:nvPr>
        </p:nvSpPr>
        <p:spPr>
          <a:xfrm>
            <a:off x="5831000" y="773325"/>
            <a:ext cx="3187200" cy="11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60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60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CUSTOM_9_1_1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1"/>
          <p:cNvSpPr/>
          <p:nvPr/>
        </p:nvSpPr>
        <p:spPr>
          <a:xfrm rot="5400000">
            <a:off x="4391175" y="560850"/>
            <a:ext cx="321000" cy="8851800"/>
          </a:xfrm>
          <a:prstGeom prst="round2SameRect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63" name="Google Shape;563;p61"/>
          <p:cNvCxnSpPr/>
          <p:nvPr/>
        </p:nvCxnSpPr>
        <p:spPr>
          <a:xfrm>
            <a:off x="2762250" y="4827350"/>
            <a:ext cx="0" cy="316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4" name="Google Shape;564;p61"/>
          <p:cNvSpPr txBox="1"/>
          <p:nvPr>
            <p:ph idx="1" type="subTitle"/>
          </p:nvPr>
        </p:nvSpPr>
        <p:spPr>
          <a:xfrm>
            <a:off x="251400" y="4827075"/>
            <a:ext cx="22059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5" name="Google Shape;565;p61"/>
          <p:cNvSpPr txBox="1"/>
          <p:nvPr>
            <p:ph idx="2" type="subTitle"/>
          </p:nvPr>
        </p:nvSpPr>
        <p:spPr>
          <a:xfrm>
            <a:off x="3545100" y="4829700"/>
            <a:ext cx="20538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/>
        </p:txBody>
      </p:sp>
      <p:sp>
        <p:nvSpPr>
          <p:cNvPr id="566" name="Google Shape;566;p61"/>
          <p:cNvSpPr/>
          <p:nvPr/>
        </p:nvSpPr>
        <p:spPr>
          <a:xfrm>
            <a:off x="66281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61"/>
          <p:cNvSpPr/>
          <p:nvPr/>
        </p:nvSpPr>
        <p:spPr>
          <a:xfrm>
            <a:off x="343975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61"/>
          <p:cNvSpPr/>
          <p:nvPr/>
        </p:nvSpPr>
        <p:spPr>
          <a:xfrm>
            <a:off x="251400" y="2061300"/>
            <a:ext cx="2265600" cy="2640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61"/>
          <p:cNvSpPr txBox="1"/>
          <p:nvPr>
            <p:ph type="title"/>
          </p:nvPr>
        </p:nvSpPr>
        <p:spPr>
          <a:xfrm>
            <a:off x="125700" y="125600"/>
            <a:ext cx="6376800" cy="16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70" name="Google Shape;570;p61"/>
          <p:cNvSpPr txBox="1"/>
          <p:nvPr>
            <p:ph idx="3" type="title"/>
          </p:nvPr>
        </p:nvSpPr>
        <p:spPr>
          <a:xfrm>
            <a:off x="25152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1" name="Google Shape;571;p61"/>
          <p:cNvSpPr txBox="1"/>
          <p:nvPr>
            <p:ph idx="4" type="title"/>
          </p:nvPr>
        </p:nvSpPr>
        <p:spPr>
          <a:xfrm>
            <a:off x="3439750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2" name="Google Shape;572;p61"/>
          <p:cNvSpPr txBox="1"/>
          <p:nvPr>
            <p:ph idx="5" type="title"/>
          </p:nvPr>
        </p:nvSpPr>
        <p:spPr>
          <a:xfrm>
            <a:off x="6627975" y="1585400"/>
            <a:ext cx="2265600" cy="475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3" name="Google Shape;573;p61"/>
          <p:cNvSpPr/>
          <p:nvPr/>
        </p:nvSpPr>
        <p:spPr>
          <a:xfrm rot="5400000">
            <a:off x="8611250" y="4735800"/>
            <a:ext cx="321000" cy="4941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61"/>
          <p:cNvSpPr txBox="1"/>
          <p:nvPr>
            <p:ph idx="12" type="sldNum"/>
          </p:nvPr>
        </p:nvSpPr>
        <p:spPr>
          <a:xfrm>
            <a:off x="8526500" y="4822375"/>
            <a:ext cx="490500" cy="3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9050" y="0"/>
            <a:ext cx="8685900" cy="20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Libre Baskerville"/>
              <a:buNone/>
              <a:defRPr sz="5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ibre Baskerville"/>
              <a:buNone/>
              <a:defRPr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ctr">
              <a:buNone/>
              <a:defRPr b="1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9">
          <p15:clr>
            <a:srgbClr val="E46962"/>
          </p15:clr>
        </p15:guide>
        <p15:guide id="2" pos="158">
          <p15:clr>
            <a:srgbClr val="E46962"/>
          </p15:clr>
        </p15:guide>
        <p15:guide id="3" orient="horz" pos="79">
          <p15:clr>
            <a:srgbClr val="E46962"/>
          </p15:clr>
        </p15:guide>
        <p15:guide id="4" pos="581">
          <p15:clr>
            <a:srgbClr val="E46962"/>
          </p15:clr>
        </p15:guide>
        <p15:guide id="5" pos="660">
          <p15:clr>
            <a:srgbClr val="E46962"/>
          </p15:clr>
        </p15:guide>
        <p15:guide id="6" pos="1083">
          <p15:clr>
            <a:srgbClr val="E46962"/>
          </p15:clr>
        </p15:guide>
        <p15:guide id="7" pos="1163">
          <p15:clr>
            <a:srgbClr val="E46962"/>
          </p15:clr>
        </p15:guide>
        <p15:guide id="8" pos="1585">
          <p15:clr>
            <a:srgbClr val="E46962"/>
          </p15:clr>
        </p15:guide>
        <p15:guide id="9" pos="1665">
          <p15:clr>
            <a:srgbClr val="E46962"/>
          </p15:clr>
        </p15:guide>
        <p15:guide id="10" pos="2088">
          <p15:clr>
            <a:srgbClr val="E46962"/>
          </p15:clr>
        </p15:guide>
        <p15:guide id="11" pos="2167">
          <p15:clr>
            <a:srgbClr val="E46962"/>
          </p15:clr>
        </p15:guide>
        <p15:guide id="12" pos="2590">
          <p15:clr>
            <a:srgbClr val="E46962"/>
          </p15:clr>
        </p15:guide>
        <p15:guide id="13" pos="2669">
          <p15:clr>
            <a:srgbClr val="E46962"/>
          </p15:clr>
        </p15:guide>
        <p15:guide id="14" pos="3092">
          <p15:clr>
            <a:srgbClr val="E46962"/>
          </p15:clr>
        </p15:guide>
        <p15:guide id="15" pos="3171">
          <p15:clr>
            <a:srgbClr val="E46962"/>
          </p15:clr>
        </p15:guide>
        <p15:guide id="16" pos="3594">
          <p15:clr>
            <a:srgbClr val="E46962"/>
          </p15:clr>
        </p15:guide>
        <p15:guide id="17" pos="3673">
          <p15:clr>
            <a:srgbClr val="E46962"/>
          </p15:clr>
        </p15:guide>
        <p15:guide id="18" pos="4096">
          <p15:clr>
            <a:srgbClr val="E46962"/>
          </p15:clr>
        </p15:guide>
        <p15:guide id="19" pos="4175">
          <p15:clr>
            <a:srgbClr val="E46962"/>
          </p15:clr>
        </p15:guide>
        <p15:guide id="20" pos="4598">
          <p15:clr>
            <a:srgbClr val="E46962"/>
          </p15:clr>
        </p15:guide>
        <p15:guide id="21" pos="4677">
          <p15:clr>
            <a:srgbClr val="E46962"/>
          </p15:clr>
        </p15:guide>
        <p15:guide id="22" pos="5100">
          <p15:clr>
            <a:srgbClr val="E46962"/>
          </p15:clr>
        </p15:guide>
        <p15:guide id="23" pos="5179">
          <p15:clr>
            <a:srgbClr val="E46962"/>
          </p15:clr>
        </p15:guide>
        <p15:guide id="24" pos="5602">
          <p15:clr>
            <a:srgbClr val="E46962"/>
          </p15:clr>
        </p15:guide>
        <p15:guide id="25" pos="5681">
          <p15:clr>
            <a:srgbClr val="E46962"/>
          </p15:clr>
        </p15:guide>
        <p15:guide id="26" orient="horz" pos="296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2" title="age_bracket_income_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317" r="317" t="0"/>
          <a:stretch/>
        </p:blipFill>
        <p:spPr>
          <a:xfrm>
            <a:off x="999300" y="0"/>
            <a:ext cx="7145400" cy="4465500"/>
          </a:xfrm>
          <a:prstGeom prst="roundRect">
            <a:avLst>
              <a:gd fmla="val 8182" name="adj"/>
            </a:avLst>
          </a:prstGeom>
        </p:spPr>
      </p:pic>
      <p:sp>
        <p:nvSpPr>
          <p:cNvPr id="580" name="Google Shape;580;p62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Conor Byrne &amp; Patrick Hagelston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81" name="Google Shape;581;p62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Results Presentation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63" title="Hours_education_scatter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3750" y="264947"/>
            <a:ext cx="6644400" cy="4152600"/>
          </a:xfrm>
          <a:prstGeom prst="roundRect">
            <a:avLst>
              <a:gd fmla="val 8182" name="adj"/>
            </a:avLst>
          </a:prstGeom>
        </p:spPr>
      </p:pic>
      <p:sp>
        <p:nvSpPr>
          <p:cNvPr id="587" name="Google Shape;587;p63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Conor Byrne &amp; Patrick Hagelston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88" name="Google Shape;588;p63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Results Presentation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" name="Google Shape;593;p64" title="common_feature_pie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300" y="0"/>
            <a:ext cx="7145400" cy="4465500"/>
          </a:xfrm>
          <a:prstGeom prst="roundRect">
            <a:avLst>
              <a:gd fmla="val 8182" name="adj"/>
            </a:avLst>
          </a:prstGeom>
        </p:spPr>
      </p:pic>
      <p:sp>
        <p:nvSpPr>
          <p:cNvPr id="594" name="Google Shape;594;p64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Conor Byrne &amp; Patrick Hagelston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95" name="Google Shape;595;p64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Results Presentation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0" name="Google Shape;600;p65" title="average_capital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999300" y="0"/>
            <a:ext cx="7145400" cy="4465500"/>
          </a:xfrm>
          <a:prstGeom prst="roundRect">
            <a:avLst>
              <a:gd fmla="val 8182" name="adj"/>
            </a:avLst>
          </a:prstGeom>
        </p:spPr>
      </p:pic>
      <p:sp>
        <p:nvSpPr>
          <p:cNvPr id="601" name="Google Shape;601;p65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Conor Byrne &amp; Patrick Hagelston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02" name="Google Shape;602;p65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Results Presentation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66" title="occupation_comparison_graph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691" l="0" r="0" t="17948"/>
          <a:stretch/>
        </p:blipFill>
        <p:spPr>
          <a:xfrm>
            <a:off x="1516220" y="125600"/>
            <a:ext cx="6390900" cy="4295400"/>
          </a:xfrm>
          <a:prstGeom prst="roundRect">
            <a:avLst>
              <a:gd fmla="val 8182" name="adj"/>
            </a:avLst>
          </a:prstGeom>
        </p:spPr>
      </p:pic>
      <p:sp>
        <p:nvSpPr>
          <p:cNvPr id="608" name="Google Shape;608;p66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Conor Byrne &amp; Patrick Hagelston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09" name="Google Shape;609;p66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Results Presentation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67" title="compare_models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-452" t="0"/>
          <a:stretch/>
        </p:blipFill>
        <p:spPr>
          <a:xfrm>
            <a:off x="220150" y="42600"/>
            <a:ext cx="8837700" cy="3557100"/>
          </a:xfrm>
          <a:prstGeom prst="roundRect">
            <a:avLst>
              <a:gd fmla="val 8182" name="adj"/>
            </a:avLst>
          </a:prstGeom>
        </p:spPr>
      </p:pic>
      <p:sp>
        <p:nvSpPr>
          <p:cNvPr id="615" name="Google Shape;615;p67"/>
          <p:cNvSpPr txBox="1"/>
          <p:nvPr>
            <p:ph type="title"/>
          </p:nvPr>
        </p:nvSpPr>
        <p:spPr>
          <a:xfrm>
            <a:off x="2120850" y="3700238"/>
            <a:ext cx="4902300" cy="5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 of all 3 models</a:t>
            </a:r>
            <a:endParaRPr/>
          </a:p>
        </p:txBody>
      </p:sp>
      <p:sp>
        <p:nvSpPr>
          <p:cNvPr id="616" name="Google Shape;616;p67"/>
          <p:cNvSpPr txBox="1"/>
          <p:nvPr>
            <p:ph idx="3" type="body"/>
          </p:nvPr>
        </p:nvSpPr>
        <p:spPr>
          <a:xfrm>
            <a:off x="122125" y="4701375"/>
            <a:ext cx="47862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Conor Byrne &amp; Patrick Hagelston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17" name="Google Shape;617;p67"/>
          <p:cNvSpPr txBox="1"/>
          <p:nvPr>
            <p:ph idx="4" type="body"/>
          </p:nvPr>
        </p:nvSpPr>
        <p:spPr>
          <a:xfrm>
            <a:off x="5675575" y="4701375"/>
            <a:ext cx="3342600" cy="3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ibre Baskerville"/>
                <a:ea typeface="Libre Baskerville"/>
                <a:cs typeface="Libre Baskerville"/>
                <a:sym typeface="Libre Baskerville"/>
              </a:rPr>
              <a:t>Results Presentation</a:t>
            </a:r>
            <a:endParaRPr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roject Retrospective">
  <a:themeElements>
    <a:clrScheme name="Simple Light">
      <a:dk1>
        <a:srgbClr val="303030"/>
      </a:dk1>
      <a:lt1>
        <a:srgbClr val="F6F6F1"/>
      </a:lt1>
      <a:dk2>
        <a:srgbClr val="E1783D"/>
      </a:dk2>
      <a:lt2>
        <a:srgbClr val="EDAD51"/>
      </a:lt2>
      <a:accent1>
        <a:srgbClr val="EAEBBA"/>
      </a:accent1>
      <a:accent2>
        <a:srgbClr val="A5B4A5"/>
      </a:accent2>
      <a:accent3>
        <a:srgbClr val="78909C"/>
      </a:accent3>
      <a:accent4>
        <a:srgbClr val="496649"/>
      </a:accent4>
      <a:accent5>
        <a:srgbClr val="303030"/>
      </a:accent5>
      <a:accent6>
        <a:srgbClr val="F6F6F1"/>
      </a:accent6>
      <a:hlink>
        <a:srgbClr val="E1783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